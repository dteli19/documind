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DocuMind as a RAG-based document Q&amp;A system. Key message: any PDF, any question, instant answer with citations. This is different from a chatbot — it reads YOUR document, not its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Medical affairs teams, pharma reps, analysts — they all spend hours manually reading PDFs. DocuMind compresses that to seconds. The four stat cards anchor the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the most important concept in this project. Walk through all 6 steps. Key insight: the LLM never reads the whole PDF — it only sees the 4 most relevant chunks. That's why it's fast and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layers top to bottom. Emphasize that embeddings are generated locally — no API key needed for that step. Only Groq requires an API key. This makes the project very cost-effective.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file has exactly one job. If you want to swap Groq for OpenAI — change one line in qa_chain.py. If you want to swap FAISS for Pinecone — change embeddings.py. Separation of concerns is a key engineering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technology, be ready to explain why you chose it over alternatives. Why FAISS over Pinecone? Free and local. Why sentence-transformers over OpenAI embeddings? Free and private — no data leaves your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Streamlit app and demonstrate with the GAMIFANT sample PDF. Show the source citation cards — this is what proves it's reading the document, not making things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B4332">
              <a:alpha val="25000"/>
            </a:srgbClr>
          </a:solidFill>
          <a:ln w="12700">
            <a:solidFill>
              <a:srgbClr val="1B433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DocuMind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Q&amp;A using RAG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914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 ·  FAISS  ·  sentence-transformers  ·  LangChain  ·  Groq Llama 3  ·  Streamlit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Dhwani Teli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Business Analytics · UMass Amherst (GPA 4.0)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DocuMind Solves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1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DocuMind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50-page drug label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manually through sections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paragraphs to find one fact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20-30 minutes per 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Non-experts can't navigate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E8F5F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DocuMind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precise cited answer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under 10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use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063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3749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per answer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pharma,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reports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3063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or coding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 — Retrieval Augmented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7782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LLMs are trained on general data and don't know what's in your specific PDF. RAG solves this.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8013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reads every page of the PDF and extracts raw 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56048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8013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 500-char overlapping pieces so no sentence loses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990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converts each chunk into a vector — a list of 384 numbers representing meaning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606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1F2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56048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6048" y="2990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vectors saved in FAISS — a lightning-fast vector 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0F4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Retrieve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4178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embedded → FAISS finds 4 most similar chunks in milliseconds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79476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4178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 reads those 4 chunks + question → generates a cited answer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86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170432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PDF upload · Chat interface · Source citation cards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1481328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914400" y="1627632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75104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extracts text · LangChain RecursiveCharacterTextSplitter chunks into 500-char pieces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286000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914400" y="2432304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496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779776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all-MiniLM-L6-v2 · 384-dimensional vectors · Free, local, no API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309067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914400" y="3236976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00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584448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Stores all chunk vectors · similarity_search finds top 4 matches in milliseconds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895344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914400" y="4041648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05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Chain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RetrievalQA · Groq Llama 3 · Grounded answer with source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 — 5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pdf_processor.py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1521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3533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PdfReader extracts text page by page. RecursiveCharacterTextSplitter chunks at paragraph breaks first, then sentences, then words. chunk_size=500, overlap=50.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11521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Builder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13533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HuggingFaceEmbeddings loads all-MiniLM-L6-v2 locally. FAISS.from_texts() embeds all chunks and stores them. get_retriever() returns top-k=4 similar chunks.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313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2569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Instructions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2770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 with {context} and {question} placeholders. Tells LLM to answer ONLY from context and say so if the answer isn't there — prevents hallucination.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2199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FF1F2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2313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qa_chain.py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2569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2770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RetrievalQA.from_chain_type() with chain_type='stuff' — stuffs all 4 chunks into one prompt. return_source_documents=True enables citations.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363931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32888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32888" y="39867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2888" y="4187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or sample load triggers full pipeline. st.session_state persists qa_chain across interactions. Source chunks displayed as citation cards below each answer.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Why Each Was Chosen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" y="124358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free PDF text extraction. Handles multi-page documents reliably. No external API or server needed.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80467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RecursiveCharacterTextSplitter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0328" y="124358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at paragraph breaks first, then sentences — preserving meaning. Overlap ensures context isn't lost at chunk boundaries.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313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66090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runs locally, no API key. all-MiniLM-L6-v2 is fast and accurate for semantic similarity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22199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FF1F2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2313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266090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— blazing fast vector lookup. Runs in memory, no database server needed. Industry standard.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0F4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RetrievalQA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40782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retrieve-then-generate pipeline. chain_type='stuff' sends all chunks in one prompt for coherent answers.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639312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E8F5F0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(Llama 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40782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API, 70B parameter model. temperature=0 for deterministic, factual answers grounded in the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B4332">
              <a:alpha val="20000"/>
            </a:srgbClr>
          </a:solidFill>
          <a:ln w="12700">
            <a:solidFill>
              <a:srgbClr val="1B433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anything about the uploaded document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493776"/>
          </a:xfrm>
          <a:prstGeom prst="roundRect">
            <a:avLst>
              <a:gd name="adj" fmla="val 11111"/>
            </a:avLst>
          </a:prstGeom>
          <a:solidFill>
            <a:srgbClr val="028090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side effects of GAMIFANT?"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53512"/>
            <a:ext cx="7315200" cy="493776"/>
          </a:xfrm>
          <a:prstGeom prst="roundRect">
            <a:avLst>
              <a:gd name="adj" fmla="val 11111"/>
            </a:avLst>
          </a:prstGeom>
          <a:solidFill>
            <a:srgbClr val="028090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99232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recommended starting dose?"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75304"/>
            <a:ext cx="7315200" cy="493776"/>
          </a:xfrm>
          <a:prstGeom prst="roundRect">
            <a:avLst>
              <a:gd name="adj" fmla="val 11111"/>
            </a:avLst>
          </a:prstGeom>
          <a:solidFill>
            <a:srgbClr val="028090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2102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infections should I monitor for?"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97096"/>
            <a:ext cx="7315200" cy="493776"/>
          </a:xfrm>
          <a:prstGeom prst="roundRect">
            <a:avLst>
              <a:gd name="adj" fmla="val 11111"/>
            </a:avLst>
          </a:prstGeom>
          <a:solidFill>
            <a:srgbClr val="028090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242816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pregnant women take this drug?"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github.com/dteli19/documind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DocuMind - AI Document Q&amp;A</dc:title>
  <dc:subject>PptxGenJS Presentation</dc:subject>
  <dc:creator>Dhwani Teli</dc:creator>
  <cp:lastModifiedBy>Dhwani Teli</cp:lastModifiedBy>
  <cp:revision>1</cp:revision>
  <dcterms:created xsi:type="dcterms:W3CDTF">2026-06-17T23:01:18Z</dcterms:created>
  <dcterms:modified xsi:type="dcterms:W3CDTF">2026-06-17T23:01:18Z</dcterms:modified>
</cp:coreProperties>
</file>